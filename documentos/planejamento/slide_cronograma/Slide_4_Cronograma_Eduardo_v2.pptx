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17681d8f4f4748" /><Relationship Type="http://schemas.openxmlformats.org/officeDocument/2006/relationships/extended-properties" Target="/docProps/app.xml" Id="R02b0965f06004dbf" /><Relationship Type="http://schemas.openxmlformats.org/officeDocument/2006/relationships/officeDocument" Target="/ppt/presentation.xml" Id="R0e8e71774f84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34fe5a0ad43d8"/>
  </p:sldMasterIdLst>
  <p:notesMasterIdLst>
    <p:notesMasterId xmlns:r="http://schemas.openxmlformats.org/officeDocument/2006/relationships" r:id="Rb4c0b3562afc46c2"/>
  </p:notesMasterIdLst>
  <p:sldIdLst>
    <p:sldId xmlns:r="http://schemas.openxmlformats.org/officeDocument/2006/relationships" id="256" r:id="R54463fd162a64c36"/>
  </p:sldIdLst>
  <p:sldSz cx="9753600" cy="7315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31106e2d604843" /><Relationship Type="http://schemas.openxmlformats.org/officeDocument/2006/relationships/slideMaster" Target="/ppt/slideMasters/slideMaster1.xml" Id="Rd4334fe5a0ad43d8" /><Relationship Type="http://schemas.openxmlformats.org/officeDocument/2006/relationships/notesMaster" Target="/ppt/notesMasters/notesMaster1.xml" Id="Rb4c0b3562afc46c2" /><Relationship Type="http://schemas.openxmlformats.org/officeDocument/2006/relationships/presProps" Target="/ppt/presProps.xml" Id="Rb122ca2189084391" /><Relationship Type="http://schemas.openxmlformats.org/officeDocument/2006/relationships/tableStyles" Target="/ppt/tableStyles.xml" Id="Rafbeab6ee9134668" /><Relationship Type="http://schemas.openxmlformats.org/officeDocument/2006/relationships/slide" Target="/ppt/slides/slide1.xml" Id="R54463fd162a6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528fc9ab4b4e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9d16313bf41d5" /><Relationship Type="http://schemas.openxmlformats.org/officeDocument/2006/relationships/notesMaster" Target="/ppt/notesMasters/notesMaster1.xml" Id="R352c411030ae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Eduardo Shioga, RA 2565579, integrante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sugerida: Eu fiquei responsável pelo planejamento e pelo controle de turnos. Dividimos o sistema em cinco requisitos, um para cada integrante. Primeiro definimos a proposta e a divisão das tarefas. Depois recebemos o tabuleiro base e criamos o repositório. RF02 e RF03 passaram nos testes locais em 15 de outubro. A etapa final reúne a integração dos cinco requisitos, os testes de uma partida completa e a revisão do relatório. A entrega está prevista para 16 de outubro de 2026, às 18h40, com PDF no Moodle e apresentação presencial.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Regras do RF03: jogador 1 inicia, acerto mantém a vez, erro passa a vez após ocultar as cartas. Primeira seleção e seleções inválidas não alternam o turno. A pontuação recebe o identificador de quem realizou a tentativa.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conversa do WhatsApp Certificadora, de 31/08 a 15/10/2026, aviso do Moodle enviado pelo usuário e repositório https://github.com/menezzs/jogo-memoria. Referência visual: slide 4 do Canva DAHX7BNCC50. As chamadas de alinhamento foram previstas, sem comprovação de realização nos registros consultados. A integração final de RF04 e RF05 ainda precisa ser confirmada.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acd78aa2348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29c16abe341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eda2a494d4d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4dfd4f39844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3fd909e5e44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adaa2762e49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0CA510-F214-4A31-A2FF-1103EF1EE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2763520"/>
            <a:ext cx="7802880" cy="105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E17DE8-64DB-4858-ACD8-DFC87A158F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63040" y="4023360"/>
            <a:ext cx="682752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76A15A-9017-4C43-950A-552AFDE93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3048000"/>
            <a:ext cx="78028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B820BD-C26F-4EBE-A1AE-FC1778BC0B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68960"/>
            <a:ext cx="865632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2628C7-9773-45AF-B666-8B4E0234BB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032000"/>
            <a:ext cx="865632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128EB9-06D5-49D5-A8F9-BF73C0797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68960"/>
            <a:ext cx="865632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5DE829-0F5F-477F-8364-7004D35962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032000"/>
            <a:ext cx="402336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72A5A7-8AE4-4478-8AD6-CD8102046A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81600" y="2032000"/>
            <a:ext cx="402336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C95F29-1FDB-4D21-B545-7F1B88BBDB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568960"/>
            <a:ext cx="8656320" cy="89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EF4501-9E29-4D42-958B-C66841E3CB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032000"/>
            <a:ext cx="4023360" cy="455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d5811d742e44ec" /><Relationship Type="http://schemas.openxmlformats.org/officeDocument/2006/relationships/slideLayout" Target="/ppt/slideLayouts/slideLayout1.xml" Id="Rc8afe0eb306b4ac7" /><Relationship Type="http://schemas.openxmlformats.org/officeDocument/2006/relationships/slideLayout" Target="/ppt/slideLayouts/slideLayout2.xml" Id="R5efbf5dfa73b4065" /><Relationship Type="http://schemas.openxmlformats.org/officeDocument/2006/relationships/slideLayout" Target="/ppt/slideLayouts/slideLayout3.xml" Id="Rd7e664b4598c4ae6" /><Relationship Type="http://schemas.openxmlformats.org/officeDocument/2006/relationships/slideLayout" Target="/ppt/slideLayouts/slideLayout4.xml" Id="R966f72ce11404894" /><Relationship Type="http://schemas.openxmlformats.org/officeDocument/2006/relationships/slideLayout" Target="/ppt/slideLayouts/slideLayout5.xml" Id="Reda664b4e6964887" /><Relationship Type="http://schemas.openxmlformats.org/officeDocument/2006/relationships/slideLayout" Target="/ppt/slideLayouts/slideLayout6.xml" Id="Rd60a8c986bf6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fe0eb306b4ac7"/>
    <p:sldLayoutId xmlns:r="http://schemas.openxmlformats.org/officeDocument/2006/relationships" id="2147483650" r:id="R5efbf5dfa73b4065"/>
    <p:sldLayoutId xmlns:r="http://schemas.openxmlformats.org/officeDocument/2006/relationships" id="2147483651" r:id="Rd7e664b4598c4ae6"/>
    <p:sldLayoutId xmlns:r="http://schemas.openxmlformats.org/officeDocument/2006/relationships" id="2147483652" r:id="R966f72ce11404894"/>
    <p:sldLayoutId xmlns:r="http://schemas.openxmlformats.org/officeDocument/2006/relationships" id="2147483653" r:id="Reda664b4e6964887"/>
    <p:sldLayoutId xmlns:r="http://schemas.openxmlformats.org/officeDocument/2006/relationships" id="2147483654" r:id="Rd60a8c986bf6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da234db5d42f8" /><Relationship Type="http://schemas.openxmlformats.org/officeDocument/2006/relationships/image" Target="/ppt/media/image.png" Id="Rb9f3cb340c7c49d2" /><Relationship Type="http://schemas.openxmlformats.org/officeDocument/2006/relationships/image" Target="/ppt/media/image2.png" Id="R07391b4acfe44438" /><Relationship Type="http://schemas.openxmlformats.org/officeDocument/2006/relationships/notesSlide" Target="/ppt/notesSlides/notesSlide1.xml" Id="R7d865545b0974b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6FD1B-63FE-416B-8F1B-05EAD6963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3cb340c7c49d2"/>
          <a:srcRect xmlns:a="http://schemas.openxmlformats.org/drawingml/2006/main" l="0" t="0" r="0" b="88889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812797"/>
          </a:xfrm>
          <a:prstGeom xmlns:a="http://schemas.openxmlformats.org/drawingml/2006/main" prst="rect">
            <a:avLst/>
          </a:prstGeom>
        </p:spPr>
      </p:pic>
      <p:sp>
        <p:nvSpPr>
          <p:cNvPr id="2" name="titulo">
            <a:extLst xmlns:a="http://schemas.openxmlformats.org/drawingml/2006/main">
              <a:ext uri="{FF2B5EF4-FFF2-40B4-BE49-F238E27FC236}">
                <a16:creationId xmlns:a16="http://schemas.microsoft.com/office/drawing/2014/main" id="{597F5D6E-E18B-470D-B6F3-F9DF2221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0070C0"/>
                </a:solidFill>
                <a:latin typeface="Nimbus Sans"/>
                <a:ea typeface="Nimbus Sans"/>
                <a:cs typeface="Nimbus Sans"/>
              </a:rPr>
              <a:t>Cronograma de desenvolvimento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4CC85-2731-4925-BC74-4462919563CD}"/>
              </a:ext>
            </a:extLst>
          </p:cNvPr>
          <p:cNvGraphicFramePr/>
          <p:nvPr/>
        </p:nvGraphicFramePr>
        <p:xfrm>
          <a:off xmlns:a="http://schemas.openxmlformats.org/drawingml/2006/main" x="723900" y="2000250"/>
          <a:ext xmlns:a="http://schemas.openxmlformats.org/drawingml/2006/main" cx="8305800" cy="4076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3238500"/>
                <a:gridCol w="1828800"/>
                <a:gridCol w="17145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Período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Atividade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Responsável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Situação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T w="9525">
                      <a:solidFill>
                        <a:srgbClr val="BBBBBB"/>
                      </a:solidFill>
                      <a:prstDash val="solid"/>
                    </a:lnT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0A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31/08 a 03/09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Proposta inicial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 e Vitor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Registrado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13 a 23/09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Divisão dos RFs e código base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 e Vitor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Registrado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08/10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Repositório e versão web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Menezes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Registrado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15/10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Testes locais de RF02 e RF03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Arthur e Eduardo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Aprovados</a:t>
                      </a:r>
                    </a:p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localmente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 e 16/10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Integração, testes e ensaio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Previsto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16/10</a:t>
                      </a:r>
                    </a:p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até 18h40</a:t>
                      </a:r>
                    </a:p>
                  </a:txBody>
                  <a:tcPr marL="114300" marR="95250" marT="57150" marB="57150" anchor="ctr">
                    <a:lnL w="9525">
                      <a:solidFill>
                        <a:srgbClr val="BBBBBB"/>
                      </a:solidFill>
                      <a:prstDash val="solid"/>
                    </a:lnL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PDF no Moodle e apresentação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Equipe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>
                          <a:solidFill>
                            <a:srgbClr val="111111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Previsto</a:t>
                      </a:r>
                    </a:p>
                  </a:txBody>
                  <a:tcPr marL="114300" marR="95250" marT="57150" marB="57150" anchor="ctr">
                    <a:lnR w="9525">
                      <a:solidFill>
                        <a:srgbClr val="BBBBBB"/>
                      </a:solidFill>
                      <a:prstDash val="solid"/>
                    </a:lnR>
                    <a:lnB w="9525">
                      <a:solidFill>
                        <a:srgbClr val="BBBBB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a">
            <a:extLst xmlns:a="http://schemas.openxmlformats.org/drawingml/2006/main">
              <a:ext uri="{FF2B5EF4-FFF2-40B4-BE49-F238E27FC236}">
                <a16:creationId xmlns:a16="http://schemas.microsoft.com/office/drawing/2014/main" id="{B8129FF1-B6BD-4BC0-A5C6-87C3F696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3175"/>
            <a:ext cx="847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275" b="0">
                <a:solidFill>
                  <a:srgbClr val="444444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44444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444444"/>
                </a:solidFill>
                <a:latin typeface="Nimbus Sans"/>
                <a:ea typeface="Nimbus Sans"/>
                <a:cs typeface="Nimbus Sans"/>
              </a:rPr>
              <a:t>Situação em 15/10/2026. Integração e entrega ainda previstas.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61325-0F94-494E-8617-711723C30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91b4acfe44438"/>
          <a:srcRect xmlns:a="http://schemas.openxmlformats.org/drawingml/2006/main" l="1938" t="95607" r="2132" b="3876"/>
          <a:stretch xmlns:a="http://schemas.openxmlformats.org/drawingml/2006/main"/>
        </p:blipFill>
        <p:spPr>
          <a:xfrm xmlns:a="http://schemas.openxmlformats.org/drawingml/2006/main">
            <a:off x="190500" y="6657975"/>
            <a:ext cx="9372600" cy="419100"/>
          </a:xfrm>
          <a:prstGeom xmlns:a="http://schemas.openxmlformats.org/drawingml/2006/main" prst="rect">
            <a:avLst/>
          </a:prstGeom>
        </p:spPr>
      </p:pic>
      <p:sp>
        <p:nvSpPr>
          <p:cNvPr id="6" name="rodape">
            <a:extLst xmlns:a="http://schemas.openxmlformats.org/drawingml/2006/main">
              <a:ext uri="{FF2B5EF4-FFF2-40B4-BE49-F238E27FC236}">
                <a16:creationId xmlns:a16="http://schemas.microsoft.com/office/drawing/2014/main" id="{9E6CF5EE-9B86-441E-9C61-D66ABF7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715125"/>
            <a:ext cx="9105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11111"/>
                </a:solidFill>
                <a:latin typeface="Nimbus Sans"/>
                <a:ea typeface="Nimbus Sans"/>
                <a:cs typeface="Nimbus Sans"/>
              </a:rPr>
              <a:t>Disciplina: Certificadora de Competência I</a:t>
            </a:r>
          </a:p>
        </p:txBody>
      </p:sp>
    </p:spTree>
    <p:extLst>
      <p:ext uri="{BB962C8B-B14F-4D97-AF65-F5344CB8AC3E}">
        <p14:creationId xmlns:p14="http://schemas.microsoft.com/office/powerpoint/2010/main" val="1587604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2026-10-15T23:12:49.8760000Z</dcterms:created>
  <dcterms:modified xsi:type="dcterms:W3CDTF">2026-10-15T23:12:49.8770000Z</dcterms:modified>
</coreProperties>
</file>